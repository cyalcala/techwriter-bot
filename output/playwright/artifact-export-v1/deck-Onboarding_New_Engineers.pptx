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97706"/>
                </a:solidFill>
              </a:rPr>
              <a:t>WELCOME TO 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C1917"/>
                </a:solidFill>
              </a:rPr>
              <a:t>Onboarding New Engineers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30175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7534E"/>
                </a:solidFill>
              </a:rPr>
              <a:t>Streamlining the Process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0"/>
            <a:ext cx="502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</a:rPr>
              <a:t>Onboarding 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57534E"/>
                </a:solidFill>
              </a:rPr>
              <a:t>1   Day 1: Project Overview and Team Introduction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57534E"/>
                </a:solidFill>
              </a:rPr>
              <a:t>2   Day 2-3: Code Review and Codebase Familiarization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57534E"/>
                </a:solidFill>
              </a:rPr>
              <a:t>3   Day 4-5: Task Assignment and Collaboration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57534E"/>
                </a:solidFill>
              </a:rPr>
              <a:t>4   Day 6-7: Knowledge Sharing and Feedback</a:t>
            </a:r>
            <a:endParaRPr lang="en-US" sz="16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600" dirty="0">
                <a:solidFill>
                  <a:srgbClr val="57534E"/>
                </a:solidFill>
              </a:rPr>
              <a:t>5   Ongoing: Mentorship and Check-Ins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0"/>
            <a:ext cx="502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</a:rPr>
              <a:t>📚  Key Onboarding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57534E"/>
                </a:solidFill>
              </a:rPr>
              <a:t>Familiarize with company policies and procedures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57534E"/>
                </a:solidFill>
              </a:rPr>
              <a:t>Understand project goals and objectives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57534E"/>
                </a:solidFill>
              </a:rPr>
              <a:t>Meet with team members and stakeholders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57534E"/>
                </a:solidFill>
              </a:rPr>
              <a:t>Review codebase and architecture</a:t>
            </a:r>
            <a:endParaRPr lang="en-US" sz="15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500" dirty="0">
                <a:solidFill>
                  <a:srgbClr val="57534E"/>
                </a:solidFill>
              </a:rPr>
              <a:t>Participate in code reviews and feedback sessions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0"/>
            <a:ext cx="502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</a:rPr>
              <a:t>Pre-Onboarding Tasks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</a:rPr>
              <a:t>FOR NEW ENGINEERS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56616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57534E"/>
                </a:solidFill>
              </a:rPr>
              <a:t>Complete online training modules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57534E"/>
                </a:solidFill>
              </a:rPr>
              <a:t>Review company documentation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57534E"/>
                </a:solidFill>
              </a:rPr>
              <a:t>Set up development environment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7706"/>
                </a:solidFill>
              </a:rPr>
              <a:t>FOR ENGINEERING TEAM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0" y="1783080"/>
            <a:ext cx="3566160" cy="2766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57534E"/>
                </a:solidFill>
              </a:rPr>
              <a:t>Prepare project overview and codebase documentation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57534E"/>
                </a:solidFill>
              </a:rPr>
              <a:t>Schedule team meetings and check-ins</a:t>
            </a:r>
            <a:endParaRPr lang="en-US" sz="135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50" dirty="0">
                <a:solidFill>
                  <a:srgbClr val="57534E"/>
                </a:solidFill>
              </a:rPr>
              <a:t>Assign tasks and mentorship roles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7534E"/>
                </a:solidFill>
              </a:rPr>
              <a:t>Onboarding Success Metrics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14400" y="17373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97706"/>
                </a:solidFill>
              </a:rPr>
              <a:t>90%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1917"/>
                </a:solidFill>
              </a:rPr>
              <a:t>Engineers who complete onboarding program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34747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29E"/>
                </a:solidFill>
              </a:rPr>
              <a:t>Within 6 months of joining the company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0"/>
            <a:ext cx="5029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917"/>
                </a:solidFill>
              </a:rPr>
              <a:t>Example Onboarding Checklist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498080" cy="3040380"/>
          </a:xfrm>
          <a:prstGeom prst="rect">
            <a:avLst/>
          </a:prstGeom>
          <a:solidFill>
            <a:srgbClr val="29252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917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Onboarding New Engineers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77440" y="310896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57534E"/>
                </a:solidFill>
              </a:rPr>
              <a:t>Streamline the onboarding process with clear goals and objectives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57534E"/>
                </a:solidFill>
              </a:rPr>
              <a:t>Foster a culture of collaboration and knowledge sharing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57534E"/>
                </a:solidFill>
              </a:rPr>
              <a:t>Continuously evaluate and improve the onboarding program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1917"/>
                </a:solidFill>
              </a:rPr>
              <a:t>Final Thoughts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97280" y="24688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7534E"/>
                </a:solidFill>
              </a:rPr>
              <a:t>Onboarding New Engineers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77440" y="310896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57534E"/>
                </a:solidFill>
              </a:rPr>
              <a:t>Onboarding is an ongoing process, not a one-time event</a:t>
            </a:r>
            <a:endParaRPr lang="en-US" sz="13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300" dirty="0">
                <a:solidFill>
                  <a:srgbClr val="57534E"/>
                </a:solidFill>
              </a:rPr>
              <a:t>Continuous feedback and evaluation are key to success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47777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7777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PptxGenJS</dc:creator>
  <cp:lastModifiedBy>PptxGenJS</cp:lastModifiedBy>
  <cp:revision>1</cp:revision>
  <dcterms:created xsi:type="dcterms:W3CDTF">2026-07-06T11:37:50Z</dcterms:created>
  <dcterms:modified xsi:type="dcterms:W3CDTF">2026-07-06T11:37:50Z</dcterms:modified>
</cp:coreProperties>
</file>